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2192000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12192000" cy="786384"/>
          </a:xfrm>
          <a:prstGeom prst="rect">
            <a:avLst/>
          </a:prstGeom>
          <a:solidFill>
            <a:srgbClr val="B5121B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411480" y="118872"/>
            <a:ext cx="7909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tIns="36576" rIns="36576" bIns="36576">
            <a:spAutoFit/>
          </a:bodyPr>
          <a:lstStyle/>
          <a:p>
            <a:pPr/>
            <a:r>
              <a:rPr lang="en-US" sz="2400" b="1">
                <a:solidFill>
                  <a:srgbClr val="FFFFFF"/>
                </a:solidFill>
              </a:rPr>
              <a:t>Mock Product Card</a:t>
            </a:r>
            <a:endParaRPr lang="en-US" sz="2400"/>
          </a:p>
        </p:txBody>
      </p:sp>
      <p:sp>
        <p:nvSpPr>
          <p:cNvPr id="4" name="Sku"/>
          <p:cNvSpPr txBox="1"/>
          <p:nvPr/>
        </p:nvSpPr>
        <p:spPr>
          <a:xfrm>
            <a:off x="8458200" y="182880"/>
            <a:ext cx="31546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36576" tIns="36576" rIns="36576" bIns="36576">
            <a:spAutoFit/>
          </a:bodyPr>
          <a:lstStyle/>
          <a:p>
            <a:pPr algn="r"/>
            <a:r>
              <a:rPr lang="en-US" sz="1200" b="1">
                <a:solidFill>
                  <a:srgbClr val="FFFFFF"/>
                </a:solidFill>
              </a:rPr>
              <a:t>Item 80249</a:t>
            </a:r>
            <a:endParaRPr lang="en-US" sz="1200"/>
          </a:p>
        </p:txBody>
      </p:sp>
      <p:sp>
        <p:nvSpPr>
          <p:cNvPr id="5" name="ImageFrame"/>
          <p:cNvSpPr/>
          <p:nvPr/>
        </p:nvSpPr>
        <p:spPr>
          <a:xfrm>
            <a:off x="502920" y="1234440"/>
            <a:ext cx="4709160" cy="4251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pic>
        <p:nvPicPr>
          <p:cNvPr id="6" name="Product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069080" cy="4069080"/>
          </a:xfrm>
          <a:prstGeom prst="rect">
            <a:avLst/>
          </a:prstGeom>
        </p:spPr>
      </p:pic>
      <p:sp>
        <p:nvSpPr>
          <p:cNvPr id="7" name="DescriptionHeading"/>
          <p:cNvSpPr txBox="1"/>
          <p:nvPr/>
        </p:nvSpPr>
        <p:spPr>
          <a:xfrm>
            <a:off x="5532120" y="1097280"/>
            <a:ext cx="6080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/>
            <a:r>
              <a:rPr lang="en-US" sz="1200" b="1">
                <a:solidFill>
                  <a:srgbClr val="B5121B"/>
                </a:solidFill>
              </a:rPr>
              <a:t>Description</a:t>
            </a:r>
            <a:endParaRPr lang="en-US" sz="1200"/>
          </a:p>
        </p:txBody>
      </p:sp>
      <p:sp>
        <p:nvSpPr>
          <p:cNvPr id="8" name="Description"/>
          <p:cNvSpPr txBox="1"/>
          <p:nvPr/>
        </p:nvSpPr>
        <p:spPr>
          <a:xfrm>
            <a:off x="5532120" y="1417320"/>
            <a:ext cx="608076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spAutoFit/>
          </a:bodyPr>
          <a:lstStyle/>
          <a:p>
            <a:pPr/>
            <a:r>
              <a:rPr lang="en-US" sz="1100">
                <a:solidFill>
                  <a:srgbClr val="1F2937"/>
                </a:solidFill>
              </a:rPr>
              <a:t>A compact generated product card for package validation.</a:t>
            </a:r>
            <a:endParaRPr lang="en-US" sz="1100"/>
          </a:p>
        </p:txBody>
      </p:sp>
      <p:sp>
        <p:nvSpPr>
          <p:cNvPr id="9" name="SpecsHeading"/>
          <p:cNvSpPr txBox="1"/>
          <p:nvPr/>
        </p:nvSpPr>
        <p:spPr>
          <a:xfrm>
            <a:off x="5532120" y="2953512"/>
            <a:ext cx="608076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/>
            <a:r>
              <a:rPr lang="en-US" sz="1200" b="1">
                <a:solidFill>
                  <a:srgbClr val="B5121B"/>
                </a:solidFill>
              </a:rPr>
              <a:t>Specifications</a:t>
            </a:r>
            <a:endParaRPr lang="en-US" sz="1200"/>
          </a:p>
        </p:txBody>
      </p:sp>
      <p:sp>
        <p:nvSpPr>
          <p:cNvPr id="10" name="Specs"/>
          <p:cNvSpPr txBox="1"/>
          <p:nvPr/>
        </p:nvSpPr>
        <p:spPr>
          <a:xfrm>
            <a:off x="5532120" y="3273552"/>
            <a:ext cx="6080760" cy="208483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spAutoFit/>
          </a:bodyPr>
          <a:lstStyle/>
          <a:p>
            <a:pPr marL="171450" indent="-171450">
              <a:buChar char="•"/>
            </a:pPr>
            <a:r>
              <a:rPr lang="en-US" sz="950">
                <a:solidFill>
                  <a:srgbClr val="1F2937"/>
                </a:solidFill>
              </a:rPr>
              <a:t>Width: 45 cm</a:t>
            </a:r>
            <a:endParaRPr lang="en-US" sz="950"/>
          </a:p>
          <a:p>
            <a:pPr marL="171450" indent="-171450">
              <a:buChar char="•"/>
            </a:pPr>
            <a:r>
              <a:rPr lang="en-US" sz="950">
                <a:solidFill>
                  <a:srgbClr val="1F2937"/>
                </a:solidFill>
              </a:rPr>
              <a:t>Height: 63 cm</a:t>
            </a:r>
            <a:endParaRPr lang="en-US" sz="950"/>
          </a:p>
          <a:p>
            <a:pPr marL="171450" indent="-171450">
              <a:buChar char="•"/>
            </a:pPr>
            <a:r>
              <a:rPr lang="en-US" sz="950">
                <a:solidFill>
                  <a:srgbClr val="1F2937"/>
                </a:solidFill>
              </a:rPr>
              <a:t>Material: FSC wood</a:t>
            </a:r>
            <a:endParaRPr lang="en-US" sz="950"/>
          </a:p>
        </p:txBody>
      </p:sp>
      <p:sp>
        <p:nvSpPr>
          <p:cNvPr id="11" name="SourceUrl"/>
          <p:cNvSpPr txBox="1"/>
          <p:nvPr/>
        </p:nvSpPr>
        <p:spPr>
          <a:xfrm>
            <a:off x="502920" y="5650992"/>
            <a:ext cx="111099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/>
            <a:r>
              <a:rPr lang="en-US" sz="800">
                <a:solidFill>
                  <a:srgbClr val="64748B"/>
                </a:solidFill>
              </a:rPr>
              <a:t>https://www.lekolar.fi/product/80249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kolar Enhancer">
  <a:themeElements>
    <a:clrScheme name="Lekolar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B5121B"/>
      </a:accent1>
      <a:accent2>
        <a:srgbClr val="64748B"/>
      </a:accent2>
      <a:accent3>
        <a:srgbClr val="0F766E"/>
      </a:accent3>
      <a:accent4>
        <a:srgbClr val="D97706"/>
      </a:accent4>
      <a:accent5>
        <a:srgbClr val="2563EB"/>
      </a:accent5>
      <a:accent6>
        <a:srgbClr val="7C3AED"/>
      </a:accent6>
      <a:hlink>
        <a:srgbClr val="2563EB"/>
      </a:hlink>
      <a:folHlink>
        <a:srgbClr val="7C3AED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Lekolar Enhancer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Product card</vt:lpstr>
    </vt:vector>
  </TitlesOfParts>
  <Company>Lekolar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 Product Card</dc:title>
  <dc:subject>Product card</dc:subject>
  <dc:creator>Lekolar Enhancer</dc:creator>
  <cp:lastModifiedBy>Lekolar Enhancer</cp:lastModifiedBy>
  <dcterms:created xsi:type="dcterms:W3CDTF">2026-05-11T05:52:41.030Z</dcterms:created>
  <dcterms:modified xsi:type="dcterms:W3CDTF">2026-05-11T05:52:41.030Z</dcterms:modified>
</cp:coreProperties>
</file>